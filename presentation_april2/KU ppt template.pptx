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23888" y="3587262"/>
            <a:ext cx="4651497" cy="9752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463040" y="125977"/>
            <a:ext cx="7793502" cy="6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628650" y="150206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Noto Sans Symbols"/>
              <a:buChar char="▪"/>
              <a:defRPr sz="26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▪"/>
              <a:defRPr sz="22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700"/>
              <a:buFont typeface="Noto Sans Symbols"/>
              <a:buChar char="▪"/>
              <a:defRPr sz="17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23888" y="3587262"/>
            <a:ext cx="4651497" cy="9752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tr-TR"/>
              <a:t>Parkinson hastalığında genetik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1463040" y="125977"/>
            <a:ext cx="7793502" cy="6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628650" y="150206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3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